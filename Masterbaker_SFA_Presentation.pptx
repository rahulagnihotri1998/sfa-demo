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5500"/>
                </a:solidFill>
              </a:defRPr>
            </a:pPr>
            <a:r>
              <a:t>•E•N•T•E•R•P•R•I•S•E• •S•F•A• •P•L•A•T•F•O•R•M• • ••• • •D•I•G•I•T•A•L• •T•R•A•N•S•F•O•R•M•A•T•I•O•N• •C•A•S•E• •S•T•U•D•Y•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•E•n•t•e•r•p•r•i•s•e• •S•F•A• •P•l•a•t•f•o•r•m•</a:t>
            </a:r>
          </a:p>
          <a:p>
            <a:pPr algn="ctr">
              <a:defRPr sz="2400" b="1">
                <a:solidFill>
                  <a:srgbClr val="FFAA00"/>
                </a:solidFill>
              </a:defRPr>
            </a:pPr>
            <a:r>
              <a:t>•S•a•l•e•s• •F•o•r•c•e• •A•u•t•o•m•a•t•i•o•n• •&amp;• •F•i•e•l•d• •I•n•t•e•l•l•i•g•e•n•c•e• •P•l•a•t•f•o•r•m•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108960"/>
            <a:ext cx="81683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•A• •p•r•o•d•u•c•t•i•o•n•-•d•e•p•l•o•y•e•d• •e•n•t•e•r•p•r•i•s•e• •p•l•a•t•f•o•r•m• •u•n•i•t•i•n•g• •3•5•+• •f•i•e•l•d• •s•a•l•e•s• •r•e•p•s•,• •e•x•e•c•u•t•i•v•e• •s•a•l•e•s• •l•e•a•d•e•r•s•h•i•p•,• •a•n•d• •S•a•g•e• •X•3• •E•R•P• •i•n•t•o• •a• •r•e•a•l•-•t•i•m•e•,• •s•y•n•c•h•r•o•n•i•z•e•d• •c•o•m•m•e•r•c•i•a•l• •e•c•o•s•y•s•t•e•m• •a•c•r•o•s•s• •t•h•e• •U•A•E• •&amp;• •G•C•C•.•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297680"/>
            <a:ext cx="25603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FF5500"/>
                </a:solidFill>
              </a:defRPr>
            </a:pPr>
            <a:r>
              <a:t>•3•5•+•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•F•i•e•l•d• •S•a•l•e•s• •R•e•p•s•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•O•p•e•r•a•t•i•n•g• •a•c•r•o•s•s• •U•A•E• •&amp;• •G•C•C•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4297680"/>
            <a:ext cx="25603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FF5500"/>
                </a:solidFill>
              </a:defRPr>
            </a:pPr>
            <a:r>
              <a:t>•&lt;• •2• •M•i•n•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•O•r•d•e•r•-•t•o•-•E•R•P• •S•y•n•c•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•D•o•w•n• •f•r•o•m• •2•4•–•4•8• •h•o•u•r•s• •l•a•g•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297680"/>
            <a:ext cx="25603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400" b="1">
                <a:solidFill>
                  <a:srgbClr val="FF5500"/>
                </a:solidFill>
              </a:defRPr>
            </a:pPr>
            <a:r>
              <a:t>•A•E•D• •4•.•8•M•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•M•o•n•t•h•l•y• •R•e•v•e•n•u•e•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•R•e•a•l•-•t•i•m•e• •t•e•r•r•i•t•o•r•y• •p•i•p•e•l•i•n•e• •t•r•a•c•k•i•n•g•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•E•N•T•E•R•P•R•I•S•E• •P•R•O•F•I•L•E•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•C•l•i•e•n•t• •O•p•e•r•a•t•i•o•n•s• •&amp;• •S•u•p•p•l•y• •C•h•a•i•n• •C•o•n•t•e•x•t•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•E•x•c•l•u•s•i•v•e• •G•C•C• •d•i•s•t•r•i•b•u•t•o•r• •f•o•r• •w•o•r•l•d•-•c•l•a•s•s• •E•u•r•o•p•e•a•n• •b•a•k•e•r•y• •a•n•d• •p•a•s•t•r•y• •i•n•g•r•e•d•i•e•n•t•s•.•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•🏢• •E•n•t•e•r•p•r•i•s•e• •P•r•o•f•i•l•e•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•L•e•a•d•i•n•g• •B•2•B• •f•o•o•d• •i•n•g•r•e•d•i•e•n•t•s• •d•i•s•t•r•i•b•u•t•o•r• •s•u•p•p•l•y•i•n•g• •8•0•0•+• •a•c•c•o•u•n•t•s• •i•n•c•l•u•d•i•n•g• •5•-•s•t•a•r• •h•o•t•e•l•s• •(•E•m•i•r•a•t•e•s• •F•l•i•g•h•t• •C•a•t•e•r•i•n•g•,• •A•t•l•a•n•t•i•s• •T•h•e• •P•a•l•m•)•,• •c•o•m•m•e•r•c•i•a•l• •b•a•k•e•r•i•e•s•,• •a•n•d• •r•e•t•a•i•l• •s•u•p•e•r•m•a•r•k•e•t• •c•h•a•i•n•s• •a•c•r•o•s•s• •U•A•E• •&amp;• •G•C•C•.•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1206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•🌍• •D•i•s•t•r•i•b•u•t•i•o•n• •N•e•t•w•o•r•k•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•A•c•t•i•v•e• •c•o•m•m•e•r•c•i•a•l• •o•p•e•r•a•t•i•o•n•s• •i•n• •D•u•b•a•i•,• •A•b•u• •D•h•a•b•i•,• •S•h•a•r•j•a•h•,• •N•o•r•t•h•e•r•n• •E•m•i•r•a•t•e•s•,• •a•n•d• •G•C•C• •e•x•p•o•r•t• •c•h•a•n•n•e•l•s• •p•o•w•e•r•e•d• •b•y• •3•5•+• •m•o•b•i•l•e• •f•i•e•l•d• •s•a•l•e•s• •r•e•p•r•e•s•e•n•t•a•t•i•v•e•s• •a•n•d• •r•e•g•i•o•n•a•l• •m•a•n•a•g•e•r•s•.•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12064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•🥐• •E•x•c•l•u•s•i•v•e• •B•r•a•n•d• •P•o•r•t•f•o•l•i•o•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•E•x•c•l•u•s•i•v•e• •G•C•C• •d•i•s•t•r•i•b•u•t•o•r• •f•o•r• •p•r•e•m•i•e•r• •E•u•r•o•p•e•a•n• •m•a•n•u•f•a•c•t•u•r•e•r•s•:•</a:t>
            </a:r>
            <a:br/>
            <a:r>
              <a:t>••• •F•a•b•b•r•i• •1•9•0•5• •(•I•t•a•l•y•)•:• •G•o•u•r•m•e•t• •p•a•s•t•r•y• •p•a•s•t•e•s•,• •s•y•r•u•p•s• •&amp;• •g•e•l•a•t•o• •b•a•s•e•s•</a:t>
            </a:r>
            <a:br/>
            <a:r>
              <a:t>••• •D•a•w•n• •F•o•o•d•s• •(•B•e•l•g•i•u•m•)•:• •D•o•n•u•t• •m•i•x•e•s•,• •f•r•u•i•t• •f•i•l•l•i•n•g•s• •&amp;• •m•i•r•r•o•r• •g•l•a•z•e•s•</a:t>
            </a:r>
            <a:br/>
            <a:r>
              <a:t>••• •C•S•M• •I•n•g•r•e•d•i•e•n•t•s• •(•G•e•r•m•a•n•y•)•:• •P•r•o•f•e•s•s•i•o•n•a•l• •b•a•k•e•r•y• •f•a•t•s• •&amp;• •d•o•u•g•h•s•</a:t>
            </a:r>
            <a:br/>
            <a:r>
              <a:t>••• •S•c•h•a•p•f•e•n• •M•ü•h•l•e• •(•G•e•r•m•a•n•y•)•:• •A•n•c•i•e•n•t• •g•r•a•i•n• •f•l•o•u•r•s• •&amp;• •a•r•t•i•s•a•n•a•l• •p•r•e•m•i•x•e•s•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•⏱•️• •3•0•–•9•0• •D•a•y• •S•u•p•p•l•y• •C•h•a•i•n• •C•o•n•s•t•r•a•i•n•t•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•E•u•r•o•p•e•a•n• •o•c•e•a•n• •f•r•e•i•g•h•t• •a•n•d• •r•e•g•i•o•n•a•l• •c•u•s•t•o•m•s• •c•l•e•a•r•a•n•c•e• •r•e•q•u•i•r•e• •a• •3•0• •t•o• •9•0•-•d•a•y• •l•e•a•d• •t•i•m•e• •b•e•t•w•e•e•n• •s•u•p•p•l•i•e•r• •P•u•r•c•h•a•s•e• •O•r•d•e•r•s• •a•n•d• •D•u•b•a•i• •w•a•r•e•h•o•u•s•e• •a•r•r•i•v•a•l•.•</a:t>
            </a:r>
            <a:br/>
            <a:r>
              <a:t>•</a:t>
            </a:r>
            <a:br/>
            <a:r>
              <a:t>•C•o•n•s•e•q•u•e•n•t•l•y•,• •f•i•e•l•d• •s•a•l•e•s• •c•a•n•n•o•t• •o•p•e•r•a•t•e• •o•n• •r•e•a•c•t•i•v•e• •o•r•d•e•r•-•t•a•k•i•n•g•;• •r•e•p•s• •m•u•s•t• •g•a•t•h•e•r• •r•o•l•l•i•n•g• •3•-•m•o•n•t•h• •f•o•r•w•a•r•d• •d•e•m•a•n•d• •f•o•r•e•c•a•s•t•s• •d•u•r•i•n•g• •c•u•s•t•o•m•e•r• •c•a•l•l•s• •t•o• •p•r•e•v•e•n•t• •o•u•t•-•o•f•-•s•t•o•c•k•s• •o•r• •n•e•a•r•-•e•x•p•i•r•y• •w•r•i•t•e•-•o•f•f•s•.•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•⚙•️• •L•e•g•a•c•y• •S•y•s•t•e•m•s• •D•i•s•c•o•n•n•e•c•t•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•S•a•g•e• •X•3• •E•R•P• •m•a•n•a•g•e•d• •p•r•o•d•u•c•t• •m•a•s•t•e•r•s•,• •c•u•s•t•o•m•e•r• •c•r•e•d•i•t• •l•i•n•e•s•,• •a•n•d• •s•t•o•c•k• •b•a•l•a•n•c•e•s•,• •b•u•t• •f•i•e•l•d• •s•a•l•e•s• •o•p•e•r•a•t•e•d• •c•o•m•p•l•e•t•e•l•y• •d•i•s•c•o•n•n•e•c•t•e•d•.•</a:t>
            </a:r>
            <a:br/>
            <a:r>
              <a:t>•</a:t>
            </a:r>
            <a:br/>
            <a:r>
              <a:t>•R•e•p•s• •c•a•p•t•u•r•e•d• •o•r•d•e•r•s• •o•n• •p•a•p•e•r• •n•o•t•e•p•a•d•s• •o•r• •i•n•f•o•r•m•a•l• •W•h•a•t•s•A•p•p• •t•e•x•t•s•,• •p•a•s•s•i•n•g• •t•h•e•m• •t•o• •o•f•f•i•c•e• •c•o•o•r•d•i•n•a•t•o•r•s• •w•h•o• •m•a•n•u•a•l•l•y• •r•e•-•k•e•y•e•d• •e•n•t•r•i•e•s•—•r•e•s•u•l•t•i•n•g• •i•n• •s•e•v•e•r•e• •o•r•d•e•r• •l•a•t•e•n•c•y• •a•n•d• •z•e•r•o• •v•i•s•i•t• •a•u•d•i•t•a•b•i•l•i•t•y•.•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•O•P•E•R•A•T•I•O•N•A•L• •B•O•T•T•L•E•N•E•C•K•S•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•7• •C•r•i•t•i•c•a•l• •F•r•i•c•t•i•o•n• •P•o•i•n•t•s• •i•n• •F•i•e•l•d• •O•p•e•r•a•t•i•o•n•s•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•M•a•n•u•a•l• •p•a•p•e•r• •p•r•o•c•e•s•s•e•s• •c•r•e•a•t•e•d• •o•r•d•e•r• •d•e•l•a•y•s•,• •m•a•r•g•i•n• •e•r•o•s•i•o•n•,• •a•n•d• •m•a•n•a•g•e•m•e•n•t• •b•l•i•n•d• •s•p•o•t•s•.•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•📍• •1•.• •Z•e•r•o• •F•i•e•l•d• •V•e•r•i•f•i•c•a•t•i•o•n•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•N•o• •c•h•e•c•k•-•i•n• •v•e•r•i•f•i•c•a•t•i•o•n•.• •M•a•n•a•g•e•m•e•n•t• •h•a•d• •z•e•r•o• •p•r•o•o•f• •r•e•p•s• •w•e•r•e• •p•h•y•s•i•c•a•l•l•y• •o•n•-•s•i•t•e•,• •l•e•a•d•i•n•g• •t•o• •i•r•r•e•g•u•l•a•r• •c•o•v•e•r•a•g•e• •a•n•d• •s•k•i•p•p•e•d• •c•l•i•e•n•t• •c•a•l•l•s•.•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120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•📝• •2•.• •2•4•–•4•8•h• •O•r•d•e•r• •L•a•t•e•n•c•y•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•O•r•d•e•r•s• •t•e•x•t•e•d• •o•v•e•r• •W•h•a•t•s•A•p•p• •o•r• •d•e•l•i•v•e•r•e•d• •o•n• •p•a•p•e•r• •a•t• •d•a•y•'•s• •e•n•d•,• •r•e•q•u•i•r•i•n•g• •b•a•c•k•-•o•f•f•i•c•e• •r•e•-•k•e•y•i•n•g• •a•n•d• •c•a•u•s•i•n•g• •f•u•l•f•i•l•l•m•e•n•t• •b•o•t•t•l•e•n•e•c•k•s•.•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2120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•📉• •3•.• •S•i•l•e•n•t• •C•u•s•t•o•m•e•r• •C•h•u•r•n•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•R•e•p•s• •l•a•c•k•e•d• •o•n•-•s•i•t•e• •v•o•l•u•m•e• •r•u•n•-•r•a•t•e•s•.• •A•c•c•o•u•n•t•s• •g•r•a•d•u•a•l•l•y• •r•e•d•u•c•e•d• •o•r•d•e•r• •v•o•l•u•m•e•s• •u•n•n•o•t•i•c•e•d• •u•n•t•i•l• •t•h•e•y• •w•e•r•e• •a•l•r•e•a•d•y• •l•o•s•t• •t•o• •r•i•v•a•l•s•.•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154680"/>
            <a:ext cx="52120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•🏷•️• •4•.• •S•K•U• •P•r•i•c•i•n•g• •D•i•s•c•r•e•p•a•n•c•i•e•s•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•H•u•n•d•r•e•d•s• •o•f• •c•u•s•t•o•m•e•r•-•n•e•g•o•t•i•a•t•e•d• •c•o•n•t•r•a•c•t• •p•r•i•c•e•s•.• •R•e•p•s• •q•u•o•t•e•d• •s•t•a•n•d•a•r•d• •r•a•t•e•s• •f•r•o•m• •m•e•m•o•r•y• •o•r• •m•a•d•e• •u•r•g•e•n•t• •c•a•l•l•s• •m•i•d•-•v•i•s•i•t•,• •s•t•a•l•l•i•n•g• •s•a•l•e•s•.•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•🔓• •5•.• •U•n•d•o•c•u•m•e•n•t•e•d• •V•e•r•b•a•l• •D•i•s•c•o•u•n•t•s•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•S•p•e•c•i•a•l• •p•r•i•c•i•n•g• •a•p•p•r•o•v•e•d• •v•e•r•b•a•l•l•y• •o•v•e•r• •p•h•o•n•e• •c•a•l•l•s• •w•i•t•h• •z•e•r•o• •a•u•d•i•t• •t•r•a•i•l•,• •c•a•u•s•i•n•g• •m•a•r•g•i•n• •l•e•a•k•a•g•e• •a•n•d• •a•c•c•o•u•n•t•i•n•g• •d•i•s•p•u•t•e•s•.•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572000"/>
            <a:ext cx="52120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•📂• •6•.• •S•p•e•c• •S•h•e•e•t• •&amp;• •R•e•c•i•p•e• •D•e•l•a•y•s•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•C•h•e•f•s• •r•e•q•u•e•s•t•i•n•g• •t•e•c•h•n•i•c•a•l• •s•p•e•c•i•f•i•c•a•t•i•o•n•s• •o•r• •H•a•l•a•l• •c•e•r•t•i•f•i•c•a•t•e•s• •w•a•i•t•e•d• •d•a•y•s• •f•o•r• •o•f•f•i•c•e• •s•t•a•f•f• •t•o• •d•i•g• •u•p• •a•n•d• •e•m•a•i•l• •P•D•F•s•.•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65276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•📊• •7•.• •E•x•e•c•u•t•i•v•e• •M•a•n•a•g•e•m•e•n•t• •B•l•i•n•d• •S•p•o•t•s•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•S•a•l•e•s• •l•e•a•d•e•r•s•h•i•p• •l•a•c•k•e•d• •a• •r•e•a•l•-•t•i•m•e• •u•n•i•f•i•e•d• •c•o•c•k•p•i•t• •f•o•r• •t•e•r•r•i•t•o•r•y• •q•u•o•t•a• •a•t•t•a•i•n•m•e•n•t•,• •G•P•S• •v•i•s•i•t• •c•o•m•p•l•i•a•n•c•e•,• •A•R• •p•a•y•m•e•n•t• •a•g•i•n•g•,• •a•n•d• •c•o•m•p•e•t•i•t•o•r• •s•h•e•l•f•-•s•h•a•r•e• •t•h•r•e•a•t•s•—•r•e•l•y•i•n•g• •e•n•t•i•r•e•l•y• •o•n• •o•u•t•d•a•t•e•d• •w•e•e•k•l•y• •s•p•r•e•a•d•s•h•e•e•t• •r•o•l•l•u•p•s•.•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•I•M•P•L•E•M•E•N•T•E•D• •S•O•L•U•T•I•O•N•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•C•u•s•t•o•m• •C•l•o•u•d•-•N•a•t•i•v•e• •S•F•A• •&amp;• •F•i•e•l•d• •I•n•t•e•l•l•i•g•e•n•c•e• •P•l•a•t•f•o•r•m•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•A• •m•o•d•e•r•n•,• •u•n•i•f•i•e•d• •a•r•c•h•i•t•e•c•t•u•r•e• •c•o•n•n•e•c•t•i•n•g• •f•i•e•l•d• •r•e•p•s•,• •e•x•e•c•u•t•i•v•e• •l•e•a•d•e•r•s•h•i•p•,• •a•n•d• •S•a•g•e• •X•3•.•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•📱• •F•i•e•l•d• •R•e•p• •M•o•b•i•l•e• •P•W•A•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••• •O•f•f•l•i•n•e•-•r•e•a•d•y• •P•r•o•g•r•e•s•s•i•v•e• •W•e•b• •A•p•p•</a:t>
            </a:r>
            <a:br/>
            <a:r>
              <a:t>••• •1•5•0•m• •G•P•S• •g•e•o•f•e•n•c•i•n•g• •v•i•a• •H•a•v•e•r•s•i•n•e• •m•a•t•h•</a:t>
            </a:r>
            <a:br/>
            <a:r>
              <a:t>••• •C•u•s•t•o•m•e•r• •3•6•0• •d•o•s•s•i•e•r•s• •&amp;• •2•4•m•o• •s•a•l•e•s• •h•i•s•t•o•r•y•</a:t>
            </a:r>
            <a:br/>
            <a:r>
              <a:t>••• •B•a•t•c•h• •e•x•p•i•r•y• •c•l•e•a•r•a•n•c•e• •f•l•a•g•s• •(•≤•4•5• •d•a•y•s•)•</a:t>
            </a:r>
            <a:br/>
            <a:r>
              <a:t>••• •R•e•a•l•-•t•i•m•e• •s•t•o•c•k• •a•v•a•i•l•a•b•i•l•i•t•y• •&amp;• •m•a•r•g•i•n•s•</a:t>
            </a:r>
            <a:br/>
            <a:r>
              <a:t>••• •H•a•n•d•s•-•f•r•e•e• •v•o•i•c•e• •s•p•e•e•c•h•-•t•o•-•t•e•x•t• •n•o•t•e•s•</a:t>
            </a:r>
            <a:br/>
            <a:r>
              <a:t>••• •1•-•c•l•i•c•k• •d•i•s•c•o•u•n•t• •r•e•q•u•e•s•t• •p•i•p•e•l•i•n•e•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•⚡• •W•e•b•S•o•c•k•e•t• •A•p•p•r•o•v•a•l•s•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••• •S•u•b•-•s•e•c•o•n•d• •R•e•p•-•M•a•n•a•g•e•r• •s•y•n•c•h•r•o•n•i•z•a•t•i•o•n•</a:t>
            </a:r>
            <a:br/>
            <a:r>
              <a:t>••• •R•e•p• •r•e•q•u•e•s•t•s• •p•r•i•c•e• •a•d•j•u•s•t•m•e•n•t• •o•n• •c•u•s•t•o•m•e•r• •s•i•t•e•</a:t>
            </a:r>
            <a:br/>
            <a:r>
              <a:t>••• •M•a•n•a•g•e•r• •r•e•c•e•i•v•e•s• •i•n•s•t•a•n•t• •p•u•s•h• •a•l•e•r•t• •i•n• •q•u•e•u•e•</a:t>
            </a:r>
            <a:br/>
            <a:r>
              <a:t>••• •E•v•a•l•u•a•t•e•s• •m•a•r•g•i•n• •i•m•p•a•c•t• •&amp;• •c•u•s•t•o•m•e•r• •L•T•V•</a:t>
            </a:r>
            <a:br/>
            <a:r>
              <a:t>••• •A•p•p•r•o•v•e•s•/•r•e•j•e•c•t•s• •w•i•t•h• •s•i•n•g•l•e• •c•l•i•c•k•</a:t>
            </a:r>
            <a:br/>
            <a:r>
              <a:t>••• •R•e•p• •s•c•r•e•e•n• •u•p•d•a•t•e•s• •l•i•v•e• •w•i•t•h• •z•e•r•o• •r•e•l•o•a•d•</a:t>
            </a:r>
            <a:br/>
            <a:r>
              <a:t>••• •P•e•r•m•a•n•e•n•t• •a•u•d•i•t• •t•r•a•i•l• •i•n• •P•o•s•t•g•r•e•S•Q•L•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•👔• •E•x•e•c•u•t•i•v•e• •C•o•c•k•p•i•t•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••• •R•e•a•l•-•t•i•m•e• •v•i•s•i•b•i•l•i•t•y• •i•n•t•o• •A•E•D• •4•.•8•M• •t•a•r•g•e•t•s•</a:t>
            </a:r>
            <a:br/>
            <a:r>
              <a:t>••• •T•e•r•r•i•t•o•r•y• •q•u•o•t•a• •a•t•t•a•i•n•m•e•n•t• •(•8•5•.•3•%• •r•u•n•-•r•a•t•e•)•</a:t>
            </a:r>
            <a:br/>
            <a:r>
              <a:t>••• •1•0•0•%• •G•P•S• •v•i•s•i•t• •v•e•r•i•f•i•c•a•t•i•o•n• •c•o•m•p•l•i•a•n•c•e•</a:t>
            </a:r>
            <a:br/>
            <a:r>
              <a:t>••• •O•v•e•r•d•u•e• •f•o•l•l•o•w•-•u•p• •a•l•e•r•t• •e•s•c•a•l•a•t•i•o•n•</a:t>
            </a:r>
            <a:br/>
            <a:r>
              <a:t>••• •T•e•r•r•i•t•o•r•y• •c•o•m•p•e•t•i•t•o•r• •t•h•r•e•a•t• •m•a•t•r•i•x•</a:t>
            </a:r>
            <a:br/>
            <a:r>
              <a:t>••• •D•r•i•l•l•-•d•o•w•n• •7•-•s•t•e•p• •c•a•l•l• •p•r•o•t•o•c•o•l• •a•u•d•i•t•s•</a:t>
            </a:r>
            <a:br/>
            <a:r>
              <a:t>••• •D•i•r•e•c•t• •S•a•g•e• •X•3• •s•a•l•e•s• •o•r•d•e•r• •s•y•n•c•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•🏗•️• •P•r•o•d•u•c•t•i•o•n• •T•e•c•h•n•o•l•o•g•y• •S•t•a•c•k•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•N•e•x•t•.•j•s• •1•5• •F•u•l•l•-•S•t•a•c•k• ••• •S•u•p•a•b•a•s•e• •P•o•s•t•g•r•e•S•Q•L• •w•i•t•h• •R•o•w•-•L•e•v•e•l• •S•e•c•u•r•i•t•y• •(•R•L•S•)• ••• •S•u•p•a•b•a•s•e• •R•e•a•l•t•i•m•e• •W•e•b•S•o•c•k•e•t•s• ••• •S•a•g•e• •X•3• •S•y•r•a•c•u•s•e• •R•E•S•T• •/• •O•D•a•t•a• •G•a•t•e•w•a•y• ••• •C•l•o•u•d•f•l•a•r•e• •Z•e•r•o•-•T•r•u•s•t• •E•d•g•e• •N•e•t•w•o•r•k•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•P•R•O•D•U•C•T•I•O•N• •S•C•R•E•E•N• •0•1•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•E•n•t•e•r•p•r•i•s•e• •P•o•r•t•a•l• •A•u•t•h•e•n•t•i•c•a•t•i•o•n• •&amp;• •R•o•l•e• •R•o•u•t•i•n•g•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•S•e•c•u•r•e•,• •b•r•a•n•d•e•d• •g•a•t•e•w•a•y• •w•i•t•h• •a•u•t•o•m•a•t•i•c• •r•o•l•e•-•b•a•s•e•d• •r•o•u•t•i•n•g• •a•n•d• •R•o•w•-•L•e•v•e•l• •S•e•c•u•r•i•t•y•.•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•🔒• •R•o•l•e•-•B•a•s•e•d• •S•e•c•u•r•i•t•y•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•I•n•t•e•g•r•a•t•e•d• •r•o•l•e• •m•i•d•d•l•e•w•a•r•e• •p•r•o•t•e•c•t•i•n•g• •/•r•e•p•/•*• •a•n•d• •/•m•a•n•a•g•e•r•/•*• •r•o•u•t•e•s• •v•i•a• •s•e•c•u•r•e• •J•W•T• •c•o•o•k•i•e•s• •a•n•d• •S•u•p•a•b•a•s•e• •R•o•w•-•L•e•v•e•l• •S•e•c•u•r•i•t•y• •(•R•L•S•)• •p•o•l•i•c•i•e•s•.•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•👥• •P•e•r•s•o•n•a• •S•e•g•m•e•n•t•a•t•i•o•n•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•F•i•e•l•d• •s•a•l•e•s• •r•e•p•r•e•s•e•n•t•a•t•i•v•e•s• •a•r•e• •s•t•r•i•c•t•l•y• •p•a•r•t•i•t•i•o•n•e•d• •t•o• •t•h•e•i•r• •a•s•s•i•g•n•e•d• •t•e•r•r•i•t•o•r•y• •a•c•c•o•u•n•t•s•,• •w•h•i•l•e• •s•a•l•e•s• •d•i•r•e•c•t•o•r•s• •a•c•c•e•s•s• •m•u•l•t•i•-•t•e•r•r•i•t•o•r•y• •d•a•s•h•b•o•a•r•d•s•.•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•⚡• •I•n•s•t•a•n•t• •D•e•m•o• •P•e•r•s•o•n•a•s•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•S•i•n•g•l•e•-•c•l•i•c•k• •a•c•c•e•s•s• •t•o• •A•h•m•e•d• •A•l• •F•a•r•s•i• •(•M•a•n•a•g•e•r•)• •a•n•d• •R•a•h•u•l• •M•e•n•o•n• •(•S•a•l•e•s• •R•e•p•)• •f•o•r• •l•i•v•e• •e•x•e•c•u•t•i•v•e• •w•a•l•k•t•h•r•o•u•g•h•s• •a•n•d• •t•e•s•t•i•n•g•.•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•h•t•t•p•s•:•/•/•s•f•a•-•d•e•m•o•.•p•o•r•t•a•l•/•l•o•g•i•n•</a:t>
            </a:r>
          </a:p>
        </p:txBody>
      </p:sp>
      <p:pic>
        <p:nvPicPr>
          <p:cNvPr id="15" name="Picture 14" descr="sfa_scree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•P•R•O•D•U•C•T•I•O•N• •S•C•R•E•E•N• •0•2•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•F•i•e•l•d• •R•e•p•r•e•s•e•n•t•a•t•i•v•e• •D•a•i•l•y• •C•o•c•k•p•i•t• •&amp;• •R•o•u•t•e• •P•l•a•n•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•R•e•a•l•-•t•i•m•e• •o•p•e•r•a•t•i•o•n•s• •h•u•b• •f•o•r• •d•a•i•l•y• •v•i•s•i•t•s•,• •q•u•o•t•a• •p•r•o•g•r•e•s•s•,• •a•n•d• •q•u•i•c•k• •a•c•t•i•o•n• •s•h•o•r•t•c•u•t•s•.•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•📅• •P•r•i•o•r•i•t•i•z•e•d• •D•a•i•l•y• •R•o•u•t•e•s•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•S•u•r•f•a•c•e•s• •t•o•d•a•y•'•s• •s•c•h•e•d•u•l•e•d• •c•u•s•t•o•m•e•r• •c•a•l•l•s•,• •p•r•o•x•i•m•i•t•y• •i•n•d•i•c•a•t•o•r•s•,• •d•i•r•e•c•t• •G•P•S• •c•h•e•c•k•-•i•n• •t•r•i•g•g•e•r•s•,• •a•n•d• •o•p•t•i•m•i•z•e•d• •r•o•u•t•i•n•g• •a•c•r•o•s•s• •U•A•E• •t•e•r•r•i•t•o•r•i•e•s•.•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•📈• •M•o•n•t•h•-•t•o•-•D•a•t•e• •Q•u•o•t•a• •T•r•a•c•k•i•n•g•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•R•e•a•l•-•t•i•m•e• •v•i•s•i•b•i•l•i•t•y• •i•n•t•o• •t•a•r•g•e•t• •p•r•o•g•r•e•s•s•,• •t•o•t•a•l• •c•a•l•l•s• •c•o•m•p•l•e•t•e•d•,• •a•n•d• •w•a•r•n•i•n•g• •b•a•d•g•e•s• •f•o•r• •u•r•g•e•n•t• •a•c•c•o•u•n•t• •f•o•l•l•o•w•-•u•p•s•.•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•⚡• •Q•u•i•c•k• •A•c•t•i•o•n• •B•a•r•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•O•n•e•-•t•a•p• •a•c•c•e•s•s• •t•o• •C•h•e•c•k•-•I•n•,• •N•e•w• •O•r•d•e•r•,• •T•e•c•h•n•i•c•a•l• •D•o•c•u•m•e•n•t•s•,• •a•n•d• •V•o•i•c•e• •s•p•e•e•c•h•-•t•o•-•t•e•x•t• •v•i•s•i•t• •d•i•c•t•a•t•i•o•n•.•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•h•t•t•p•s•:•/•/•s•f•a•-•d•e•m•o•.•p•o•r•t•a•l•/•r•e•p•/•h•o•m•e•</a:t>
            </a:r>
          </a:p>
        </p:txBody>
      </p:sp>
      <p:pic>
        <p:nvPicPr>
          <p:cNvPr id="15" name="Picture 14" descr="sfa_screen_re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•P•R•O•D•U•C•T•I•O•N• •S•C•R•E•E•N• •0•3•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•C•u•s•t•o•m•e•r• •3•6•0• •&amp;• •C•h•u•r•n• •R•i•s•k• •A•n•a•l•y•t•i•c•s•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•C•o•n•s•o•l•i•d•a•t•e•d• •a•c•c•o•u•n•t• •i•n•t•e•l•l•i•g•e•n•c•e• •w•i•t•h• •a•u•t•o•m•a•t•e•d• •d•e•c•l•i•n•e• •a•l•e•r•t•s• •t•o• •p•r•e•v•e•n•t• •c•l•i•e•n•t• •l•o•s•s•.•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•🚨• •R•o•l•l•i•n•g• •B•a•s•e•l•i•n•e• •C•h•u•r•n• •A•l•e•r•t•s•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•C•o•m•p•a•r•e•s• •t•r•a•i•l•i•n•g• •3•0•-•d•a•y• •r•u•n•-•r•a•t•e• •a•g•a•i•n•s•t• •6•-•m•o•n•t•h• •b•a•s•e•l•i•n•e•.• •F•l•a•g•s• •v•o•l•u•m•e• •d•r•o•p•s• •≥• •3•0•%• •a•u•t•o•m•a•t•i•c•a•l•l•y• •a•s• •a•t•_•r•i•s•k• •t•o• •t•r•i•g•g•e•r• •e•a•r•l•y• •r•e•t•e•n•t•i•o•n• •a•c•t•i•o•n•s•.•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•📊• •C•o•m•p•r•e•h•e•n•s•i•v•e• •A•c•c•o•u•n•t• •D•o•s•s•i•e•r•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•I•n•s•t•a•n•t• •a•c•c•e•s•s• •t•o• •2•4•-•m•o•n•t•h• •o•r•d•e•r• •h•i•s•t•o•r•y•,• •a•p•p•r•o•v•e•d• •c•r•e•d•i•t• •l•i•m•i•t•s•,• •o•u•t•s•t•a•n•d•i•n•g• •A•R• •a•g•i•n•g•,• •a•n•d• •n•e•g•o•t•i•a•t•e•d• •c•u•s•t•o•m•e•r• •c•o•n•t•r•a•c•t• •p•r•i•c•i•n•g•.•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•🏨• •M•a•j•o•r• •A•c•c•o•u•n•t•s• •C•o•v•e•r•e•d•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•P•r•o•f•i•l•e•s• •a•c•t•i•v•e• •U•A•E• •a•c•c•o•u•n•t•s•:• •A•l• •M•a•y•a• •S•u•p•e•r•m•a•r•k•e•t•,• •E•m•i•r•a•t•e•s• •F•l•i•g•h•t• •C•a•t•e•r•i•n•g•,• •M•o•d•e•r•n• •B•a•k•e•r•y•,• •A•l• •N•o•o•r• •T•r•a•d•i•n•g•.•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•h•t•t•p•s•:•/•/•s•f•a•-•d•e•m•o•.•p•o•r•t•a•l•/•r•e•p•/•c•u•s•t•o•m•e•r•s•</a:t>
            </a:r>
          </a:p>
        </p:txBody>
      </p:sp>
      <p:pic>
        <p:nvPicPr>
          <p:cNvPr id="15" name="Picture 14" descr="sfa_screen_rep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•P•R•O•D•U•C•T•I•O•N• •S•C•R•E•E•N• •0•4•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•S•m•a•r•t• •P•r•o•d•u•c•t• •C•a•t•a•l•o•g• •&amp;• •B•a•t•c•h• •C•l•e•a•r•a•n•c•e• •S•e•l•l•i•n•g•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•D•y•n•a•m•i•c• •i•n•v•e•n•t•o•r•y• •s•t•a•t•u•s•,• •e•x•p•i•r•y• •g•o•v•e•r•n•a•n•c•e•,• •a•n•d• •m•a•r•k•e•t•-•b•a•s•k•e•t• •c•r•o•s•s•-•s•e•l•l•i•n•g•.•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•⚠•️• •N•e•a•r•-•E•x•p•i•r•y• •C•l•e•a•r•a•n•c•e• •S•e•l•l•i•n•g•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•B•a•t•c•h•e•s• •e•x•p•i•r•i•n•g• •w•i•t•h•i•n• •≤• •4•5• •d•a•y•s• •a•r•e• •d•y•n•a•m•i•c•a•l•l•y• •t•a•g•g•e•d•,• •p•r•o•m•p•t•i•n•g• •r•e•p•s• •t•o• •o•f•f•e•r• •p•r•e•-•a•p•p•r•o•v•e•d• •c•l•e•a•r•a•n•c•e• •p•r•i•c•i•n•g• •b•e•f•o•r•e• •w•a•r•e•h•o•u•s•e• •w•r•i•t•e•-•o•f•f•s•.•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•🛒• •M•a•r•k•e•t•-•B•a•s•k•e•t• •C•r•o•s•s•-•S•e•l•l•i•n•g•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•A•s•s•o•c•i•a•t•i•o•n• •e•n•g•i•n•e• •s•u•g•g•e•s•t•s• •c•o•m•p•l•e•m•e•n•t•a•r•y• •E•u•r•o•p•e•a•n• •i•n•g•r•e•d•i•e•n•t•s• •(•e•.•g•.• •P•a•s•t•r•y• •F•l•o•u•r•s• •→• •G•l•a•z•e•s• •&amp;• •J•a•m•s•)• •w•i•t•h• •t•r•a•n•s•p•a•r•e•n•t• •p•r•o•v•e•n•a•n•c•e• •t•a•g•s•.•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•🔄• •O•u•t•-•o•f•-•S•t•o•c•k• •S•u•b•s•t•i•t•u•t•i•o•n•s•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•W•h•e•n• •a•n• •i•m•p•o•r•t•e•d• •S•K•U• •i•s• •o•u•t• •o•f• •s•t•o•c•k•,• •t•h•e• •s•y•s•t•e•m• •a•u•t•o•m•a•t•i•c•a•l•l•y• •s•u•g•g•e•s•t•s• •e•q•u•i•v•a•l•e•n•t• •E•u•r•o•p•e•a•n• •b•r•a•n•d• •a•l•t•e•r•n•a•t•i•v•e•s• •t•o• •s•a•f•e•g•u•a•r•d• •t•h•e• •o•r•d•e•r•.•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•h•t•t•p•s•:•/•/•s•f•a•-•d•e•m•o•.•p•o•r•t•a•l•/•r•e•p•/•p•r•o•d•u•c•t•s•</a:t>
            </a:r>
          </a:p>
        </p:txBody>
      </p:sp>
      <p:pic>
        <p:nvPicPr>
          <p:cNvPr id="15" name="Picture 14" descr="sfa_screen_re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•P•R•O•D•U•C•T•I•O•N• •S•C•R•E•E•N• •0•5•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•R•e•a•l•-•T•i•m•e• •P•r•i•c•i•n•g• •A•p•p•r•o•v•a•l• •&amp;• •M•a•r•g•i•n• •G•o•v•e•r•n•a•n•c•e•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•S•u•b•-•s•e•c•o•n•d• •W•e•b•S•o•c•k•e•t• •d•i•s•c•o•u•n•t• •a•p•p•r•o•v•a•l•s• •e•n•d•i•n•g• •i•n•f•o•r•m•a•l• •v•e•r•b•a•l• •m•a•r•g•i•n• •l•e•a•k•a•g•e•.•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•⚡• •Z•e•r•o•-•R•e•f•r•e•s•h• •W•e•b•S•o•c•k•e•t• •P•u•s•h•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•R•e•p• •e•n•t•e•r•s• •t•a•r•g•e•t• •p•r•i•c•e• •&amp;• •r•a•t•i•o•n•a•l•e• •o•n• •c•u•s•t•o•m•e•r• •s•i•t•e•.• •M•a•n•a•g•e•r• •r•e•c•e•i•v•e•s• •i•n•s•t•a•n•t• •p•u•s•h• •a•l•e•r•t• •i•n• •a•p•p•r•o•v•a•l•s• •q•u•e•u•e•.• •D•e•c•i•s•i•o•n• •s•t•r•e•a•m•s• •b•a•c•k• •l•i•v•e•.•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•🛡•️• •M•a•r•g•i•n• •&amp;• •C•r•e•d•i•t• •P•r•o•t•e•c•t•i•o•n•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•D•i•s•p•l•a•y•s• •r•e•q•u•e•s•t•e•d• •d•i•s•c•o•u•n•t• •%•,• •m•a•r•g•i•n• •d•e•l•t•a•,• •c•u•s•t•o•m•e•r• •l•i•f•e•t•i•m•e• •v•a•l•u•e•,• •a•n•d• •h•i•s•t•o•r•i•c•a•l• •p•r•i•c•i•n•g• •t•o• •e•n•a•b•l•e• •f•a•s•t•,• •i•n•f•o•r•m•e•d• •m•a•n•a•g•e•r• •d•e•c•i•s•i•o•n•s•.•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•📋• •I•m•m•u•t•a•b•l•e• •A•u•d•i•t• •T•r•a•i•l•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•E•v•e•r•y• •a•p•p•r•o•v•a•l• •o•r• •r•e•j•e•c•t•i•o•n• •w•r•i•t•e•s• •t•o• •P•o•s•t•g•r•e•S•Q•L• •a•u•d•i•t•_•l•o•g• •w•i•t•h• •m•a•n•a•g•e•r• •I•D•,• •t•i•m•e•s•t•a•m•p•,• •a•n•d• •S•a•g•e• •X•3• •t•r•a•n•s•m•i•s•s•i•o•n• •s•t•a•t•u•s•.•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•h•t•t•p•s•:•/•/•s•f•a•-•d•e•m•o•.•p•o•r•t•a•l•/•m•a•n•a•g•e•r•/•a•p•p•r•o•v•a•l•s•</a:t>
            </a:r>
          </a:p>
        </p:txBody>
      </p:sp>
      <p:pic>
        <p:nvPicPr>
          <p:cNvPr id="15" name="Picture 14" descr="sfa_screen_manager_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•P•R•O•D•U•C•T•I•O•N• •S•C•R•E•E•N• •0•6•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•E•x•e•c•u•t•i•v•e• •M•a•n•a•g•e•r• •C•o•m•m•a•n•d• •C•e•n•t•e•r•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•C•o•n•s•o•l•i•d•a•t•e•d• •m•a•c•r•o• •v•i•e•w• •o•f• •t•e•r•r•i•t•o•r•y• •r•e•v•e•n•u•e•,• •q•u•o•t•a• •a•t•t•a•i•n•m•e•n•t•,• •a•n•d• •c•o•m•p•e•t•i•t•o•r• •t•h•r•e•a•t•s•.•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•📊• •A•E•D• •4•.•8•M• •R•e•v•e•n•u•e• •T•r•a•c•k•i•n•g•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•H•o•l•i•s•t•i•c• •v•i•s•i•b•i•l•i•t•y• •i•n•t•o• •t•e•r•r•i•t•o•r•y• •b•u•d•g•e•t• •t•a•r•g•e•t•s•,• •m•o•n•t•h•l•y• •q•u•o•t•a• •a•t•t•a•i•n•m•e•n•t• •(•8•5•.•3•%•)•,• •g•r•o•s•s• •m•a•r•g•i•n• •%•,• •a•n•d• •i•n•d•i•v•i•d•u•a•l• •s•a•l•e•s• •r•e•p• •r•a•n•k•i•n•g•s•.•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41148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•⚔•️• •C•o•m•p•e•t•i•t•o•r• •T•h•r•e•a•t• •M•a•t•r•i•x•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•A•g•g•r•e•g•a•t•e•s• •f•i•e•l•d• •r•e•p•s•'• •c•o•m•p•e•t•i•t•o•r• •l•o•g•s• •i•n•t•o• •m•a•r•k•e•t•-•s•h•a•r•e• •t•h•r•e•a•t• •g•r•a•p•h•s•,• •s•h•o•w•i•n•g• •r•i•v•a•l• •p•r•i•c•i•n•g• •t•a•c•t•i•c•s• •a•n•d• •s•h•e•l•f• •e•r•o•s•i•o•n• •a•c•r•o•s•s• •t•e•r•r•i•t•o•r•i•e•s•.•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•🔍• •F•i•e•l•d• •A•u•d•i•t• •D•r•i•l•l•-•D•o•w•n•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•I•n•s•p•e•c•t• •r•e•p• •v•i•s•i•t• •p•r•o•t•o•c•o•l•s•,• •G•P•S• •c•h•e•c•k•-•i•n• •a•c•c•u•r•a•c•y•,• •s•p•e•e•c•h•-•t•o•-•t•e•x•t• •t•r•a•n•s•c•r•i•p•t•s•,• •a•n•d• •F•r•e•e•-•o•f•-•C•h•a•r•g•e• •(•F•O•C•)• •s•a•m•p•l•e• •f•e•e•d•b•a•c•k•.•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6309360" cy="32004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1" name="Oval 10"/>
          <p:cNvSpPr/>
          <p:nvPr/>
        </p:nvSpPr>
        <p:spPr>
          <a:xfrm>
            <a:off x="5230368" y="18288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2" name="Oval 11"/>
          <p:cNvSpPr/>
          <p:nvPr/>
        </p:nvSpPr>
        <p:spPr>
          <a:xfrm>
            <a:off x="5376672" y="18288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3" name="Oval 12"/>
          <p:cNvSpPr/>
          <p:nvPr/>
        </p:nvSpPr>
        <p:spPr>
          <a:xfrm>
            <a:off x="5522976" y="18288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73936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•h•t•t•p•s•:•/•/•s•f•a•-•d•e•m•o•.•p•o•r•t•a•l•/•m•a•n•a•g•e•r•/•d•a•s•h•b•o•a•r•d•</a:t>
            </a:r>
          </a:p>
        </p:txBody>
      </p:sp>
      <p:pic>
        <p:nvPicPr>
          <p:cNvPr id="15" name="Picture 14" descr="sfa_screen_manag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57400"/>
            <a:ext cx="6309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•F•U•N•C•T•I•O•N•A•L• •C•A•P•A•B•I•L•I•T•I•E•S•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•1•2• •E•n•d•-•t•o•-•E•n•d• •O•p•e•r•a•t•i•o•n•a•l• •M•o•d•u•l•e•s• •D•e•p•l•o•y•e•d•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•F•u•l•l• •o•p•e•r•a•t•i•o•n•a•l• •c•o•v•e•r•a•g•e• •e•l•i•m•i•n•a•t•i•n•g• •d•i•s•c•o•n•n•e•c•t•e•d• •t•h•i•r•d•-•p•a•r•t•y• •t•o•o•l•s•.•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•0•1•.• •G•P•S• •G•e•o•f•e•n•c•e•d• •C•h•e•c•k•-•I•n•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•1•5•0•m• •H•a•v•e•r•s•i•n•e• •d•i•s•t•a•n•c•e• •l•o•c•k• •e•n•s•u•r•e•s• •r•e•p• •i•s• •p•h•y•s•i•c•a•l•l•y• •o•n•-•s•i•t•e•.•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6032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•0•2•.• •C•u•s•t•o•m•e•r• •3•6•0• •D•o•s•s•i•e•r•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•2•4•-•m•o•n•t•h• •o•r•d•e•r• •p•a•t•t•e•r•n•s•,• •c•o•n•t•r•a•c•t• •p•r•i•c•i•n•g• •t•i•e•r•s• •&amp;• •A•R• •b•a•l•a•n•c•e•s•.•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256032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•0•3•.• •D•e•c•l•i•n•e• •D•e•t•e•c•t•i•o•n• •E•n•g•i•n•e•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•R•o•l•l•i•n•g• •6•m•o• •b•a•s•e•l•i•n•e• •f•l•a•g•s• •≥•3•0•%• •v•o•l•u•m•e• •d•r•o•p•s• •a•u•t•o•m•a•t•i•c•a•l•l•y•.•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737360"/>
            <a:ext cx="256032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•0•4•.• •M•a•r•k•e•t•-•B•a•s•k•e•t• •N•B•A•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•N•e•x•t• •B•e•s•t• •A•c•t•i•o•n• •c•r•o•s•s•-•s•e•l•l• •r•e•c•o•m•m•e•n•d•a•t•i•o•n•s• •w•i•t•h• •p•r•o•v•e•n•a•n•c•e• •t•a•g•s•.•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256032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•0•5•.• •B•a•t•c•h• •C•l•e•a•r•a•n•c•e• •S•e•l•l•i•n•g•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•D•y•n•a•m•i•c• •s•t•o•c•k• •s•t•a•t•u•s• •f•l•a•g•s• •n•e•a•r•-•e•x•p•i•r•y• •b•a•t•c•h•e•s• •(•≤•4•5• •d•a•y•s•)•.•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200400"/>
            <a:ext cx="256032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•0•6•.• •L•i•v•e• •P•r•i•c•i•n•g• •A•p•p•r•o•v•a•l•s•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•S•u•b•-•s•e•c•o•n•d• •W•e•b•S•o•c•k•e•t• •p•u•s•h• •w•i•t•h• •i•m•m•u•t•a•b•l•e• •a•u•d•i•t• •t•r•a•i•l•.•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200400"/>
            <a:ext cx="256032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•0•7•.• •V•o•i•c•e• •V•i•s•i•t• •D•i•c•t•a•t•i•o•n•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•B•r•o•w•s•e•r• •W•e•b• •S•p•e•e•c•h• •A•P•I• •t•r•a•n•s•c•r•i•b•e•s• •c•a•l•l• •n•o•t•e•s• •h•a•n•d•s•-•f•r•e•e•.•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200400"/>
            <a:ext cx="256032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•0•8•.• •A•c•t•i•o•n• •I•t•e•m• •E•s•c•a•l•a•t•i•o•n•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•O•v•e•r•d•u•e• •t•a•s•k•s• •a•u•t•o•m•a•t•i•c•a•l•l•y• •e•s•c•a•l•a•t•e• •t•o• •t•e•r•r•i•t•o•r•y• •m•a•n•a•g•e•r•s•.•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256032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•0•9•.• •I•n•s•t•a•n•t• •S•p•e•c• •S•h•e•e•t• •S•h•a•r•i•n•g•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•1•-•c•l•i•c•k• •d•i•s•p•a•t•c•h• •o•f• •r•e•c•i•p•e•s• •&amp;• •H•a•l•a•l• •c•e•r•t•i•f•i•c•a•t•e•s• •v•i•a• •R•e•s•e•n•d• •E•m•a•i•l•.•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663440"/>
            <a:ext cx="256032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•1•0•.• •Q•u•o•t•a•t•i•o•n• •&amp;• •C•o•n•t•r•a•c•t• •G•e•n•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•A•u•t•o•m•a•t•e•d• •b•r•a•n•d•e•d• •P•D•F• •q•u•o•t•a•t•i•o•n•s• •r•e•a•d•y• •f•o•r• •c•u•s•t•o•m•e•r• •s•i•g•n•-•o•f•f•.•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663440"/>
            <a:ext cx="256032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•1•1•.• •E•x•e•c•u•t•i•v•e• •C•o•m•m•a•n•d• •C•o•c•k•p•i•t•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•T•e•r•r•i•t•o•r•y• •r•e•v•e•n•u•e• •t•r•a•c•k•i•n•g• •t•o• •A•E•D• •4•.•8•M• •b•u•d•g•e•t• •&amp;• •r•e•p• •l•e•a•g•u•e• •t•a•b•l•e•s•.•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4663440"/>
            <a:ext cx="256032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•1•2•.• •C•o•m•p•e•t•i•t•o•r• •T•h•r•e•a•t• •I•n•t•e•l•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•L•o•g•s• •r•i•v•a•l• •b•r•a•n•d•s•,• •s•h•e•l•f• •s•h•a•r•e• •&amp;• •p•r•i•c•i•n•g• •t•a•c•t•i•c•s• •i•n•t•o• •t•h•r•e•a•t• •m•a•t•r•i•x•.•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•A•R•C•H•I•T•E•C•T•U•R•E• •&amp;• •S•E•C•U•R•I•T•Y•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•E•n•t•e•r•p•r•i•s•e• •I•n•t•e•g•r•a•t•i•o•n• •&amp;• •C•l•o•u•d• •I•n•f•r•a•s•t•r•u•c•t•u•r•e•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•R•o•b•u•s•t•,• •c•o•m•p•l•i•a•n•t• •a•r•c•h•i•t•e•c•t•u•r•e• •b•u•i•l•t• •f•o•r• •e•n•t•e•r•p•r•i•s•e• •s•e•c•u•r•i•t•y• •a•n•d• •E•R•P• •c•o•n•n•e•c•t•i•v•i•t•y•.•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•🏭• •S•a•g•e• •X•3• •S•y•r•a•c•u•s•e• •I•n•t•e•g•r•a•t•i•o•n•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••• •C•u•s•t•o•m•e•r• •M•a•s•t•e•r• •S•y•n•c•:• •A•u•t•o•m•a•t•i•c•a•l•l•y• •p•u•l•l•s• •a•c•c•o•u•n•t•s•,• •p•a•y•m•e•n•t• •t•e•r•m•s•,• •a•n•d• •c•r•e•d•i•t• •c•e•i•l•i•n•g•s• •d•i•r•e•c•t•l•y• •f•r•o•m• •S•a•g•e• •X•3•.•</a:t>
            </a:r>
            <a:br/>
            <a:r>
              <a:t>••• •P•r•i•c•e• •B•o•o•k• •E•n•g•i•n•e•:• •S•y•n•c•h•r•o•n•i•z•e•s• •c•u•s•t•o•m•e•r•-•s•p•e•c•i•f•i•c• •c•o•n•t•r•a•c•t• •p•r•i•c•e•s• •a•c•r•o•s•s• •h•u•n•d•r•e•d•s• •o•f• •S•K•U•s•.•</a:t>
            </a:r>
            <a:br/>
            <a:r>
              <a:t>••• •D•i•r•e•c•t• •O•r•d•e•r• •I•n•g•e•s•t•i•o•n•:• •C•a•p•t•u•r•e•d• •m•o•b•i•l•e• •o•r•d•e•r•s• •t•r•a•n•s•m•i•t• •s•t•r•a•i•g•h•t• •i•n•t•o• •S•a•g•e• •X•3• •s•a•l•e•s• •o•r•d•e•r• •p•r•o•c•e•s•s•i•n•g• •v•i•a• •S•y•r•a•c•u•s•e• •R•E•S•T• •/• •O•D•a•t•a• •e•n•d•p•o•i•n•t•s•.•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•🔒• •C•l•o•u•d•-•N•a•t•i•v•e• •D•a•t•a• •S•e•c•u•r•i•t•y•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••• •R•o•w•-•L•e•v•e•l• •S•e•c•u•r•i•t•y• •(•R•L•S•)•:• •C•r•y•p•t•o•g•r•a•p•h•i•c• •d•a•t•a•b•a•s•e•-•l•e•v•e•l• •s•e•g•r•e•g•a•t•i•o•n• •e•n•s•u•r•e•s• •r•e•p•s• •o•n•l•y• •a•c•c•e•s•s• •t•h•e•i•r• •a•s•s•i•g•n•e•d• •t•e•r•r•i•t•o•r•y• •a•c•c•o•u•n•t•s•.•</a:t>
            </a:r>
            <a:br/>
            <a:r>
              <a:t>••• •C•l•o•u•d•f•l•a•r•e• •Z•e•r•o•-•T•r•u•s•t•:• •E•n•d•-•t•o•-•e•n•d• •T•L•S• •1•.•3• •e•n•c•r•y•p•t•i•o•n• •w•i•t•h• •l•o•w•-•l•a•t•e•n•c•y• •G•C•C• •n•e•t•w•o•r•k• •r•o•u•t•i•n•g•.•</a:t>
            </a:r>
            <a:br/>
            <a:r>
              <a:t>••• •I•m•m•u•t•a•b•l•e• •A•u•d•i•t• •S•t•o•r•e•:• •C•o•m•p•l•e•t•e• •t•i•m•e•s•t•a•m•p•e•d• •t•r•a•i•l• •f•o•r• •e•v•e•r•y• •p•r•i•c•e• •a•p•p•r•o•v•a•l•,• •o•r•d•e•r• •m•o•d•i•f•i•c•a•t•i•o•n•,• •a•n•d• •v•i•s•i•t• •c•h•e•c•k•-•i•n•.•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•⚡• •R•e•a•l•-•T•i•m•e• •W•e•b•S•o•c•k•e•t• •P•i•p•e•l•i•n•e•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••• •S•u•b•-•s•e•c•o•n•d• •b•i•-•d•i•r•e•c•t•i•o•n•a•l• •e•v•e•n•t• •b•u•s• •v•i•a• •S•u•p•a•b•a•s•e• •W•e•b•S•o•c•k•e•t•s• •(•W•S•S•)•.•</a:t>
            </a:r>
            <a:br/>
            <a:r>
              <a:t>••• •C•o•n•n•e•c•t•s• •m•o•b•i•l•e• •f•i•e•l•d• •r•e•p•s• •d•i•r•e•c•t•l•y• •t•o• •e•x•e•c•u•t•i•v•e• •a•p•p•r•o•v•a•l• •q•u•e•u•e•s• •w•i•t•h• •z•e•r•o• •p•o•l•l•i•n•g• •o•v•e•r•h•e•a•d•.•</a:t>
            </a:r>
            <a:br/>
            <a:r>
              <a:t>••• •R•e•p•s• •s•e•e• •p•r•i•c•e• •a•p•p•r•o•v•a•l• •s•t•a•t•u•s• •c•h•a•n•g•e• •l•i•v•e• •o•n•-•s•c•r•e•e•n• •d•u•r•i•n•g• •c•l•i•e•n•t• •n•e•g•o•t•i•a•t•i•o•n•s•.•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•📨• •A•u•t•o•m•a•t•e•d• •N•o•t•i•f•i•c•a•t•i•o•n• •G•a•t•e•w•a•y•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••• •I•n•t•e•g•r•a•t•e•d• •R•e•s•e•n•d• •A•P•I• •f•o•r• •t•r•a•n•s•a•c•t•i•o•n•a•l• •e•m•a•i•l• •d•e•l•i•v•e•r•y•.•</a:t>
            </a:r>
            <a:br/>
            <a:r>
              <a:t>••• •I•n•s•t•a•n•t• •c•u•s•t•o•m•e•r• •d•i•s•p•a•t•c•h• •f•o•r• •p•r•o•d•u•c•t• •s•p•e•c• •s•h•e•e•t•s•,• •r•e•c•i•p•e• •c•a•r•d•s•,• •a•n•d• •g•e•n•e•r•a•t•e•d• •P•D•F• •q•u•o•t•a•t•i•o•n•s•.•</a:t>
            </a:r>
            <a:br/>
            <a:r>
              <a:t>••• •W•h•a•t•s•A•p•p• •C•l•o•u•d• •i•n•t•e•g•r•a•t•i•o•n• •r•e•a•d•y• •f•o•r• •d•i•r•e•c•t• •c•u•s•t•o•m•e•r• •d•o•c•u•m•e•n•t• •s•h•a•r•i•n•g•.•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5500"/>
                </a:solidFill>
              </a:defRPr>
            </a:pPr>
            <a:r>
              <a:t>•C•O•N•N•E•C•T•E•D• •O•P•E•R•A•T•I•O•N•S•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•A• •D•a•y• •i•n• •t•h•e• •L•i•f•e•:• •F•i•e•l•d• •S•a•l•e•s• •W•o•r•k•f•l•o•w•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•F•r•o•m• •m•o•r•n•i•n•g• •t•e•r•r•i•t•o•r•y• •p•l•a•n•n•i•n•g• •t•o• •e•x•e•c•u•t•i•v•e• •e•v•e•n•i•n•g• •r•e•v•i•e•w•.•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•0•8•:•0•0• •A•M• • ••• • •T•e•r•r•i•t•o•r•y• •P•l•a•n•n•i•n•g•:• • •R•e•p• •o•p•e•n•s• •m•o•b•i•l•e• •d•a•s•h•b•o•a•r•d•,• •r•e•v•i•e•w•s• •p•r•i•o•r•i•t•i•z•e•d• •d•a•i•l•y• •r•o•u•t•e•,• •a•n•d• •i•n•s•p•e•c•t•s• •a•u•t•o•m•a•t•e•d• •d•e•c•l•i•n•e• •a•l•e•r•t•s• •f•o•r• •a•t•-•r•i•s•k• •a•c•c•o•u•n•t•s•.•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•0•9•:•3•0• •A•M• • ••• • •G•e•o•f•e•n•c•e•d• •C•h•e•c•k•-•I•n•:• • •A•r•r•i•v•e•s• •a•t• •A•l• •N•o•o•r• •T•r•a•d•i•n•g•.• •D•e•v•i•c•e• •G•P•S• •v•a•l•i•d•a•t•e•s• •p•h•y•s•i•c•a•l• •p•r•e•s•e•n•c•e• •w•i•t•h•i•n• •1•5•0•m•,• •u•n•l•o•c•k•i•n•g• •t•h•e• •7•-•s•t•e•p• •c•a•l•l• •p•r•o•t•o•c•o•l•.•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10698480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•1•0•:•0•0• •A•M• • ••• • •S•m•a•r•t• •O•r•d•e•r•i•n•g•:• • •A•u•d•i•t•s• •k•i•t•c•h•e•n• •s•t•o•c•k•,• •s•e•l•e•c•t•s• •E•u•r•o•p•e•a•n• •S•K•U•s•,• •a•n•d• •p•i•t•c•h•e•s• •n•e•a•r•-•e•x•p•i•r•y• •c•l•e•a•r•a•n•c•e• •b•a•t•c•h• •a•t• •p•r•e•-•a•p•p•r•o•v•e•d• •c•l•e•a•r•a•n•c•e• •r•a•t•e•.•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1069848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5500"/>
                </a:solidFill>
              </a:defRPr>
            </a:pPr>
            <a:r>
              <a:t>•1•0•:•1•5• •A•M• • ••• • •L•i•v•e• •M•a•r•g•i•n• •A•p•p•r•o•v•a•l•:• • •C•u•s•t•o•m•e•r• •r•e•q•u•e•s•t•s• •s•p•e•c•i•a•l• •p•r•i•c•i•n•g•.• •R•e•p• •s•u•b•m•i•t•s• •r•e•q•u•e•s•t•;• •M•a•n•a•g•e•r• •r•e•c•e•i•v•e•s• •W•e•b•S•o•c•k•e•t• •p•u•s•h• •&amp;• •a•p•p•r•o•v•e•s• •i•n• •s•e•c•o•n•d•s•.•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49240"/>
            <a:ext cx="10698480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•1•0•:•2•0• •A•M• • ••• • •V•o•i•c•e• •C•l•o•s•u•r•e• •&amp;• •S•y•n•c•:• • •D•i•c•t•a•t•e•s• •c•a•l•l• •n•o•t•e•s• •v•i•a• •s•p•e•e•c•h•-•t•o•-•t•e•x•t•,• •e•m•a•i•l•s• •s•p•e•c• •s•h•e•e•t• •t•o• •c•h•e•f• •i•n• •1• •c•l•i•c•k•,• •a•n•d• •o•r•d•e•r• •t•r•a•n•s•m•i•t•s• •d•i•r•e•c•t•l•y• •t•o• •S•a•g•e• •X•3•.•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•M•E•A•S•U•R•E•D• •B•U•S•I•N•E•S•S• •I•M•P•A•C•T• •&amp;• •R•O•I•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•D•e•l•i•v•e•r•i•n•g• •M•e•a•s•u•r•a•b•l•e• •C•o•m•m•e•r•c•i•a•l• •E•x•c•e•l•l•e•n•c•e•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683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•D•e•p•l•o•y•i•n•g• •t•h•e• •E•n•t•e•r•p•r•i•s•e• •S•F•A• •p•l•a•t•f•o•r•m• •t•r•a•n•s•f•o•r•m•e•d• •f•i•e•l•d• •s•a•l•e•s• •f•r•o•m• •d•i•s•c•o•n•n•e•c•t•e•d• •m•a•n•u•a•l• •p•a•p•e•r• •l•o•g•s• •i•n•t•o• •a• •s•y•n•c•h•r•o•n•i•z•e•d•,• •d•a•t•a•-•d•r•i•v•e•n• •r•e•v•e•n•u•e• •e•n•g•i•n•e•.•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834640"/>
            <a:ext cx="32004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•&lt;• •2• •M•i•n•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•O•r•d•e•r• •T•u•r•n•a•r•o•u•n•d•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•R•e•d•u•c•e•d• •f•r•o•m• •2•4•–•4•8• •h•o•u•r•s• •m•a•n•u•a•l• •d•e•l•a•y•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834640"/>
            <a:ext cx="32004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FF5500"/>
                </a:solidFill>
              </a:defRPr>
            </a:pPr>
            <a:r>
              <a:t>•1•0•0•%•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•F•i•e•l•d• •V•e•r•i•f•i•c•a•t•i•o•n•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•G•P•S• •g•e•o•f•e•n•c•e• •v•a•l•i•d•a•t•e•d• •o•n•-•s•i•t•e• •v•i•s•i•t•s•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2834640"/>
            <a:ext cx="32004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FFAA00"/>
                </a:solidFill>
              </a:defRPr>
            </a:pPr>
            <a:r>
              <a:t>•1•0•0•%•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•P•r•i•c•i•n•g• •A•u•d•i•t•a•b•i•l•i•t•y•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•D•o•c•u•m•e•n•t•e•d• •t•r•a•i•l• •f•o•r• •e•v•e•r•y• •d•i•s•c•o•u•n•t•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526280"/>
            <a:ext cx="32004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•+•3•5•%•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•C•l•e•a•r•a•n•c•e• •V•e•l•o•c•i•t•y•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•N•e•a•r•-•e•x•p•i•r•y• •b•a•t•c•h•e•s• •s•o•l•d• •b•e•f•o•r•e• •w•r•i•t•e•-•o•f•f•s•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526280"/>
            <a:ext cx="32004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FF5500"/>
                </a:solidFill>
              </a:defRPr>
            </a:pPr>
            <a:r>
              <a:t>•3•0• •D•a•y•s•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•E•a•r•l•i•e•r• •C•h•u•r•n• •A•l•e•r•t•s•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•A•u•t•o•m•a•t•e•d• •b•a•s•e•l•i•n•e• •a•n•o•m•a•l•y• •d•e•t•e•c•t•i•o•n•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4526280"/>
            <a:ext cx="32004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200" b="1">
                <a:solidFill>
                  <a:srgbClr val="FFAA00"/>
                </a:solidFill>
              </a:defRPr>
            </a:pPr>
            <a:r>
              <a:t>•A•E•D• •4•.•8•M•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•R•e•v•e•n•u•e• •O•v•e•r•s•i•g•h•t•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•R•e•a•l•-•t•i•m•e• •m•o•n•t•h•l•y• •t•e•r•r•i•t•o•r•y• •t•r•a•c•k•i•n•g•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21792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•E•n•t•e•r•p•r•i•s•e• •S•F•A• •P•l•a•t•f•o•r•m• • ••• • •S•a•l•e•s• •F•o•r•c•e• •A•u•t•o•m•a•t•i•o•n• •P•l•a•t•f•o•r•m• • ••• • •E•n•t•e•r•p•r•i•s•e• •C•a•s•e• •S•t•u•d•y•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